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1" r:id="rId6"/>
    <p:sldId id="260" r:id="rId7"/>
  </p:sldIdLst>
  <p:sldSz cx="12192000" cy="6858000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09" autoAdjust="0"/>
    <p:restoredTop sz="94660"/>
  </p:normalViewPr>
  <p:slideViewPr>
    <p:cSldViewPr snapToGrid="0">
      <p:cViewPr>
        <p:scale>
          <a:sx n="260" d="100"/>
          <a:sy n="260" d="100"/>
        </p:scale>
        <p:origin x="-7686" y="-17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A7D47-B493-35FF-2E83-27A105BBAB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8D3177-4521-0E03-6D8B-0B6F40E817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B264E-8C6B-345D-4F06-E21E61AF8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2D6B9-FBD5-4F78-99AD-133F22557932}" type="datetimeFigureOut">
              <a:rPr lang="id-ID" smtClean="0"/>
              <a:t>09/04/2026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0F3EE5-653A-6FA4-2421-776DD8F9B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1B579C-DA54-6CD4-B111-F89C5BC6C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FE6B9-36F6-418D-A2DE-FD16BC7735DE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815655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FBFD0-131A-B7E4-FDFB-522D49462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36F50-44B5-281D-4177-AD6CF59FFA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D75F3-C057-BC51-B256-56D5DC4A9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2D6B9-FBD5-4F78-99AD-133F22557932}" type="datetimeFigureOut">
              <a:rPr lang="id-ID" smtClean="0"/>
              <a:t>09/04/2026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185BD9-F757-F83B-DC51-E8B3C61EE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A175AD-4E72-F590-67BA-C2A62522F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FE6B9-36F6-418D-A2DE-FD16BC7735DE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0630852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2ED11-79BE-6AD5-6659-A05D554C1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503383-3B1B-3475-FFBD-5300480A84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245E8-20FE-E9CC-0E1C-4D4618013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2D6B9-FBD5-4F78-99AD-133F22557932}" type="datetimeFigureOut">
              <a:rPr lang="id-ID" smtClean="0"/>
              <a:t>09/04/2026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DE6465-2899-376C-CC04-09A3B5DF7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6524A1-2439-AB64-A080-8BBADDD8A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FE6B9-36F6-418D-A2DE-FD16BC7735DE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5226268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DFC31-A479-2C7D-2C61-58CB54AB3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B45E4-FDF6-C8D7-B568-60A24F7D5A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EE9A3-3AF0-5936-DC9F-3A694F357B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465C24-55DA-6CC6-4042-D00095695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2D6B9-FBD5-4F78-99AD-133F22557932}" type="datetimeFigureOut">
              <a:rPr lang="id-ID" smtClean="0"/>
              <a:t>09/04/2026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FFD3D6-2C56-E443-69AE-DE92865ED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780D4D-7C43-1D59-994C-81E025B26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FE6B9-36F6-418D-A2DE-FD16BC7735DE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0988135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77C68-AEEA-9DE4-CF01-64A2988C0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E1824E-3B8C-2EF1-D30A-544F5160C3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C21D09-0830-37D5-3106-E444E89B0E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36E2C8-DB96-077D-E369-4DCBBD0F3D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96FFD8-0A72-EFA3-E8D0-A0CAD6DA49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6C9AC6-D47E-762C-A5F8-F2AC5BCC3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2D6B9-FBD5-4F78-99AD-133F22557932}" type="datetimeFigureOut">
              <a:rPr lang="id-ID" smtClean="0"/>
              <a:t>09/04/2026</a:t>
            </a:fld>
            <a:endParaRPr lang="id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9C3D69-39FD-ACE0-2E0D-44AEF201D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262DE1-C026-3679-431A-D2CBFE98D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FE6B9-36F6-418D-A2DE-FD16BC7735DE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49283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7F81E-BBEA-90EB-3C07-A0D6E2B07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F7815D-4D01-3E8C-FE06-8F0472555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2D6B9-FBD5-4F78-99AD-133F22557932}" type="datetimeFigureOut">
              <a:rPr lang="id-ID" smtClean="0"/>
              <a:t>09/04/2026</a:t>
            </a:fld>
            <a:endParaRPr lang="id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94B840-6909-4B28-D00C-42D6A22D5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C84DC-5E8A-190E-71E4-DA93DE8DC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FE6B9-36F6-418D-A2DE-FD16BC7735DE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897726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CA1D-49FA-0EDC-9BA9-4F3FD7EEC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2D6B9-FBD5-4F78-99AD-133F22557932}" type="datetimeFigureOut">
              <a:rPr lang="id-ID" smtClean="0"/>
              <a:t>09/04/2026</a:t>
            </a:fld>
            <a:endParaRPr lang="id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F55CAB-CA0A-5925-DD15-68A500D0E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D54089-5F63-B3AA-930F-02B37262A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FE6B9-36F6-418D-A2DE-FD16BC7735DE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0887588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0D6FE-9AC5-1A3F-89C9-37ADA8389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BA65B3-12A0-FA6F-0912-92DBD80B58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639D4-037A-69B6-F146-D785AA53F6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A8D38F-A7C5-3F23-F26D-3CCEB9F7F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2D6B9-FBD5-4F78-99AD-133F22557932}" type="datetimeFigureOut">
              <a:rPr lang="id-ID" smtClean="0"/>
              <a:t>09/04/2026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73F9AF-F548-E909-2166-1DE7BB1F2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89115F-5993-7DF0-A8D6-EEDF86754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FE6B9-36F6-418D-A2DE-FD16BC7735DE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3570742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20C7B-DE21-1720-671A-15C53DE3C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154B7C-7DF5-2192-B35E-AE5A3265B9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B3542B-6A6D-FED7-E3B3-0290CB9246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65D63D-D8E4-CBAF-36B6-B694D25BA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2D6B9-FBD5-4F78-99AD-133F22557932}" type="datetimeFigureOut">
              <a:rPr lang="id-ID" smtClean="0"/>
              <a:t>09/04/2026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C6DCFB-6FF7-6497-6509-6B1FCA2E8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E86F21-2599-FAEA-52D9-6E3E815CE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FE6B9-36F6-418D-A2DE-FD16BC7735DE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561374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495DF-40F1-854C-6B62-F54238E15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5E2489-2BAB-041D-87EC-2DD9BD9709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BFECE6-9692-77ED-51F6-DA65053B4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2D6B9-FBD5-4F78-99AD-133F22557932}" type="datetimeFigureOut">
              <a:rPr lang="id-ID" smtClean="0"/>
              <a:t>09/04/2026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01AD06-7BC6-C4A4-A9E5-22D2CB42D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9BA7E0-37C0-A8BE-B928-E7C2D455E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FE6B9-36F6-418D-A2DE-FD16BC7735DE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30509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E88979-D514-0FD7-374B-3078DE4D6B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F8D5E1-320C-4F52-A206-57C8D09A94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58B1F0-5C30-C278-0EC1-7B55158CF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2D6B9-FBD5-4F78-99AD-133F22557932}" type="datetimeFigureOut">
              <a:rPr lang="id-ID" smtClean="0"/>
              <a:t>09/04/2026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F6D53E-EFD9-FE6D-B9D3-978D53199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5740F-EBC4-4674-80F0-1FD61467B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FE6B9-36F6-418D-A2DE-FD16BC7735DE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598699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E9CDD9-A2F1-DD97-9241-3ED523680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DFFBE6-C051-1E95-4C2C-161D2835C9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42698E-D3B2-284A-2DA5-F2A279C9EC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62D6B9-FBD5-4F78-99AD-133F22557932}" type="datetimeFigureOut">
              <a:rPr lang="id-ID" smtClean="0"/>
              <a:t>09/04/2026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C7B27E-A4EA-63DB-47CE-C2E5B6FA69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96499A-7883-91B0-4045-876428222F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3FE6B9-36F6-418D-A2DE-FD16BC7735DE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385559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705E15F-5752-167C-B656-0D459F833949}"/>
              </a:ext>
            </a:extLst>
          </p:cNvPr>
          <p:cNvSpPr/>
          <p:nvPr/>
        </p:nvSpPr>
        <p:spPr>
          <a:xfrm>
            <a:off x="447963" y="1699491"/>
            <a:ext cx="5470237" cy="48592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7BF688-D631-D15A-A32C-4710969606FB}"/>
              </a:ext>
            </a:extLst>
          </p:cNvPr>
          <p:cNvSpPr/>
          <p:nvPr/>
        </p:nvSpPr>
        <p:spPr>
          <a:xfrm>
            <a:off x="900545" y="2124364"/>
            <a:ext cx="2115128" cy="406688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CAF463-9DA4-9450-75EB-8536194CD614}"/>
              </a:ext>
            </a:extLst>
          </p:cNvPr>
          <p:cNvSpPr/>
          <p:nvPr/>
        </p:nvSpPr>
        <p:spPr>
          <a:xfrm>
            <a:off x="3311236" y="2124364"/>
            <a:ext cx="2115128" cy="278938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D5D1676-80C0-5A2D-C505-04EA10EF5A60}"/>
              </a:ext>
            </a:extLst>
          </p:cNvPr>
          <p:cNvSpPr/>
          <p:nvPr/>
        </p:nvSpPr>
        <p:spPr>
          <a:xfrm>
            <a:off x="1059295" y="2355274"/>
            <a:ext cx="1801092" cy="563418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Web </a:t>
            </a:r>
            <a:r>
              <a:rPr lang="en-US" b="1" dirty="0" err="1"/>
              <a:t>utama</a:t>
            </a:r>
            <a:endParaRPr lang="id-ID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E21EAF2-520A-62BB-4AAC-7DA28B8F70F6}"/>
              </a:ext>
            </a:extLst>
          </p:cNvPr>
          <p:cNvSpPr/>
          <p:nvPr/>
        </p:nvSpPr>
        <p:spPr>
          <a:xfrm>
            <a:off x="1059295" y="3061856"/>
            <a:ext cx="1801092" cy="563418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Database Kinerja</a:t>
            </a:r>
            <a:endParaRPr lang="id-ID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5D26BC8-27EE-7ABF-7EB9-7CAC27055775}"/>
              </a:ext>
            </a:extLst>
          </p:cNvPr>
          <p:cNvSpPr/>
          <p:nvPr/>
        </p:nvSpPr>
        <p:spPr>
          <a:xfrm>
            <a:off x="1059295" y="3768438"/>
            <a:ext cx="1801092" cy="563418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email</a:t>
            </a:r>
            <a:endParaRPr lang="id-ID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27DC59-EBE7-DD2A-ED33-DCF19BB70AEE}"/>
              </a:ext>
            </a:extLst>
          </p:cNvPr>
          <p:cNvSpPr/>
          <p:nvPr/>
        </p:nvSpPr>
        <p:spPr>
          <a:xfrm>
            <a:off x="3468255" y="2355274"/>
            <a:ext cx="1801092" cy="563418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283F789-4689-13E4-CD17-72183EDFB63F}"/>
              </a:ext>
            </a:extLst>
          </p:cNvPr>
          <p:cNvSpPr/>
          <p:nvPr/>
        </p:nvSpPr>
        <p:spPr>
          <a:xfrm>
            <a:off x="3468255" y="3061856"/>
            <a:ext cx="1801092" cy="563418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47FCB96-80B2-D55F-F7C2-5EC034BB284E}"/>
              </a:ext>
            </a:extLst>
          </p:cNvPr>
          <p:cNvSpPr/>
          <p:nvPr/>
        </p:nvSpPr>
        <p:spPr>
          <a:xfrm>
            <a:off x="6213763" y="1699491"/>
            <a:ext cx="5470237" cy="36760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141AAC6-C53B-23CA-CAEF-4CF655BA1542}"/>
              </a:ext>
            </a:extLst>
          </p:cNvPr>
          <p:cNvSpPr/>
          <p:nvPr/>
        </p:nvSpPr>
        <p:spPr>
          <a:xfrm>
            <a:off x="6666345" y="2124364"/>
            <a:ext cx="2115128" cy="278938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97935CF-BF9B-5389-CFEE-AACBB0C7C75C}"/>
              </a:ext>
            </a:extLst>
          </p:cNvPr>
          <p:cNvSpPr/>
          <p:nvPr/>
        </p:nvSpPr>
        <p:spPr>
          <a:xfrm>
            <a:off x="9077036" y="2124364"/>
            <a:ext cx="2115128" cy="278938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8BE7177-F51F-B2BF-F94E-1D9ED763BA2F}"/>
              </a:ext>
            </a:extLst>
          </p:cNvPr>
          <p:cNvSpPr/>
          <p:nvPr/>
        </p:nvSpPr>
        <p:spPr>
          <a:xfrm>
            <a:off x="6825095" y="2355274"/>
            <a:ext cx="1801092" cy="563418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Web </a:t>
            </a:r>
            <a:r>
              <a:rPr lang="en-US" dirty="0" err="1"/>
              <a:t>utama</a:t>
            </a:r>
            <a:endParaRPr lang="id-ID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8B8135F-6F35-04EB-0A78-261F70DFAB05}"/>
              </a:ext>
            </a:extLst>
          </p:cNvPr>
          <p:cNvSpPr/>
          <p:nvPr/>
        </p:nvSpPr>
        <p:spPr>
          <a:xfrm>
            <a:off x="6825095" y="3061856"/>
            <a:ext cx="1801092" cy="563418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database</a:t>
            </a:r>
            <a:endParaRPr lang="id-ID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9373942-F201-2AC0-7BC4-177563E335BF}"/>
              </a:ext>
            </a:extLst>
          </p:cNvPr>
          <p:cNvSpPr/>
          <p:nvPr/>
        </p:nvSpPr>
        <p:spPr>
          <a:xfrm>
            <a:off x="6825095" y="3768438"/>
            <a:ext cx="1801092" cy="563418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email</a:t>
            </a:r>
            <a:endParaRPr lang="id-ID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251443F-45BA-9A9D-40F3-73BFC5EB0187}"/>
              </a:ext>
            </a:extLst>
          </p:cNvPr>
          <p:cNvSpPr/>
          <p:nvPr/>
        </p:nvSpPr>
        <p:spPr>
          <a:xfrm>
            <a:off x="9234055" y="2355274"/>
            <a:ext cx="1801092" cy="563418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EB0EFB7-5ABD-0F83-D29F-CA241585CA20}"/>
              </a:ext>
            </a:extLst>
          </p:cNvPr>
          <p:cNvSpPr/>
          <p:nvPr/>
        </p:nvSpPr>
        <p:spPr>
          <a:xfrm>
            <a:off x="9234055" y="3061856"/>
            <a:ext cx="1801092" cy="563418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43C56C0-AFBA-8AC2-98CB-8C665903C5CA}"/>
              </a:ext>
            </a:extLst>
          </p:cNvPr>
          <p:cNvSpPr/>
          <p:nvPr/>
        </p:nvSpPr>
        <p:spPr>
          <a:xfrm>
            <a:off x="546755" y="1584469"/>
            <a:ext cx="1779725" cy="156151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/>
              <a:t>Administrator: Provider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E793785-3B8F-7577-674A-2CDB566493F5}"/>
              </a:ext>
            </a:extLst>
          </p:cNvPr>
          <p:cNvSpPr/>
          <p:nvPr/>
        </p:nvSpPr>
        <p:spPr>
          <a:xfrm>
            <a:off x="1000267" y="2007251"/>
            <a:ext cx="1573863" cy="15615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/>
              <a:t>Administrator: Hosting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839DF69-02B5-F776-88BD-24DBE64408D0}"/>
              </a:ext>
            </a:extLst>
          </p:cNvPr>
          <p:cNvSpPr/>
          <p:nvPr/>
        </p:nvSpPr>
        <p:spPr>
          <a:xfrm>
            <a:off x="1216961" y="2273882"/>
            <a:ext cx="1433369" cy="15615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/>
              <a:t>Administrator: Website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D1A9303-F863-5121-985A-CAD98E1ADE1E}"/>
              </a:ext>
            </a:extLst>
          </p:cNvPr>
          <p:cNvSpPr/>
          <p:nvPr/>
        </p:nvSpPr>
        <p:spPr>
          <a:xfrm>
            <a:off x="1216961" y="2975410"/>
            <a:ext cx="1759458" cy="15615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/>
              <a:t>Administrator: </a:t>
            </a:r>
            <a:r>
              <a:rPr lang="en-US" sz="800" b="1" dirty="0" err="1"/>
              <a:t>Aplikasi</a:t>
            </a:r>
            <a:r>
              <a:rPr lang="en-US" sz="800" b="1" dirty="0"/>
              <a:t> Database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F40B5EC-1A5C-4BBD-11A1-5D45A025C108}"/>
              </a:ext>
            </a:extLst>
          </p:cNvPr>
          <p:cNvSpPr/>
          <p:nvPr/>
        </p:nvSpPr>
        <p:spPr>
          <a:xfrm>
            <a:off x="1216961" y="3711720"/>
            <a:ext cx="1433369" cy="15615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/>
              <a:t>Client/</a:t>
            </a:r>
            <a:r>
              <a:rPr lang="en-US" sz="800" b="1" dirty="0" err="1"/>
              <a:t>Staf</a:t>
            </a:r>
            <a:endParaRPr lang="en-US" sz="800" b="1" dirty="0"/>
          </a:p>
        </p:txBody>
      </p:sp>
    </p:spTree>
    <p:extLst>
      <p:ext uri="{BB962C8B-B14F-4D97-AF65-F5344CB8AC3E}">
        <p14:creationId xmlns:p14="http://schemas.microsoft.com/office/powerpoint/2010/main" val="18455080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AC26F87-225F-E3A1-BD6C-533F64B9BA00}"/>
              </a:ext>
            </a:extLst>
          </p:cNvPr>
          <p:cNvSpPr/>
          <p:nvPr/>
        </p:nvSpPr>
        <p:spPr>
          <a:xfrm>
            <a:off x="419910" y="798889"/>
            <a:ext cx="11545570" cy="51175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PETA SITUS YALI PAPUA</a:t>
            </a:r>
            <a:endParaRPr lang="id-ID" sz="2000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A0F532-3BEF-50AE-4EEB-CE03995BF3B5}"/>
              </a:ext>
            </a:extLst>
          </p:cNvPr>
          <p:cNvSpPr/>
          <p:nvPr/>
        </p:nvSpPr>
        <p:spPr>
          <a:xfrm>
            <a:off x="5180444" y="1682981"/>
            <a:ext cx="1380606" cy="51175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BERANDA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6060484-9A66-8FB5-4A51-021D3432F1E8}"/>
              </a:ext>
            </a:extLst>
          </p:cNvPr>
          <p:cNvSpPr/>
          <p:nvPr/>
        </p:nvSpPr>
        <p:spPr>
          <a:xfrm>
            <a:off x="419910" y="2567074"/>
            <a:ext cx="1380606" cy="51175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TENTANG KAMI</a:t>
            </a:r>
            <a:endParaRPr lang="id-ID" sz="1200" b="1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4E7942-3F84-3A5B-5CDC-B8BFC43D2AB2}"/>
              </a:ext>
            </a:extLst>
          </p:cNvPr>
          <p:cNvSpPr/>
          <p:nvPr/>
        </p:nvSpPr>
        <p:spPr>
          <a:xfrm>
            <a:off x="3995910" y="2567074"/>
            <a:ext cx="1380606" cy="51175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PUBLIKASI</a:t>
            </a:r>
            <a:endParaRPr lang="id-ID" sz="1200" b="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0525AA2-BEE1-B620-46D9-23A8D5A54BDB}"/>
              </a:ext>
            </a:extLst>
          </p:cNvPr>
          <p:cNvSpPr/>
          <p:nvPr/>
        </p:nvSpPr>
        <p:spPr>
          <a:xfrm>
            <a:off x="5591924" y="2567074"/>
            <a:ext cx="1380606" cy="51175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MITRA</a:t>
            </a:r>
            <a:endParaRPr lang="id-ID" sz="1200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D4E8DFA-B9C1-CD57-7F3D-68671155D6F6}"/>
              </a:ext>
            </a:extLst>
          </p:cNvPr>
          <p:cNvSpPr/>
          <p:nvPr/>
        </p:nvSpPr>
        <p:spPr>
          <a:xfrm>
            <a:off x="7187938" y="2567074"/>
            <a:ext cx="1380606" cy="51175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DONASI</a:t>
            </a:r>
            <a:endParaRPr lang="id-ID" sz="1200" b="1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A786D0C-E276-17AB-7D2A-54D5558483EB}"/>
              </a:ext>
            </a:extLst>
          </p:cNvPr>
          <p:cNvSpPr/>
          <p:nvPr/>
        </p:nvSpPr>
        <p:spPr>
          <a:xfrm>
            <a:off x="10391484" y="2567074"/>
            <a:ext cx="1380606" cy="51175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CENDERA MATA</a:t>
            </a:r>
            <a:endParaRPr lang="id-ID" sz="12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1A49B85-B86A-F2E1-4C9C-E94692FEA441}"/>
              </a:ext>
            </a:extLst>
          </p:cNvPr>
          <p:cNvSpPr/>
          <p:nvPr/>
        </p:nvSpPr>
        <p:spPr>
          <a:xfrm>
            <a:off x="2015924" y="2567074"/>
            <a:ext cx="1764578" cy="51175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YANG KAMI LAKUKAN</a:t>
            </a:r>
            <a:endParaRPr lang="id-ID" sz="1200" b="1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B7A29A8-CE4C-BE53-9AFC-D91C9E914807}"/>
              </a:ext>
            </a:extLst>
          </p:cNvPr>
          <p:cNvSpPr/>
          <p:nvPr/>
        </p:nvSpPr>
        <p:spPr>
          <a:xfrm>
            <a:off x="8783952" y="2567074"/>
            <a:ext cx="1380606" cy="51175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KONTAK</a:t>
            </a:r>
            <a:endParaRPr lang="id-ID" sz="1200" b="1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F9D11D7-44DC-686C-3C85-318DFCC5808D}"/>
              </a:ext>
            </a:extLst>
          </p:cNvPr>
          <p:cNvSpPr/>
          <p:nvPr/>
        </p:nvSpPr>
        <p:spPr>
          <a:xfrm>
            <a:off x="419910" y="3267425"/>
            <a:ext cx="1380606" cy="179225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Latar </a:t>
            </a:r>
            <a:r>
              <a:rPr lang="en-US" sz="1200" dirty="0" err="1"/>
              <a:t>belakang</a:t>
            </a: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Visi &amp; Misi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Profil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id-ID" sz="12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6A71599-A9D0-AA31-B577-5A9506251697}"/>
              </a:ext>
            </a:extLst>
          </p:cNvPr>
          <p:cNvSpPr/>
          <p:nvPr/>
        </p:nvSpPr>
        <p:spPr>
          <a:xfrm>
            <a:off x="2015923" y="3267425"/>
            <a:ext cx="1764577" cy="179225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Daftar semua program/</a:t>
            </a:r>
            <a:r>
              <a:rPr lang="en-US" sz="1200" dirty="0" err="1"/>
              <a:t>kegiatan</a:t>
            </a:r>
            <a:endParaRPr lang="id-ID" sz="12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3B53617-B74E-3CB9-C18C-0F64BBBBAE70}"/>
              </a:ext>
            </a:extLst>
          </p:cNvPr>
          <p:cNvSpPr/>
          <p:nvPr/>
        </p:nvSpPr>
        <p:spPr>
          <a:xfrm>
            <a:off x="3995908" y="3267425"/>
            <a:ext cx="1380606" cy="179225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Artikel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Cerita </a:t>
            </a:r>
            <a:r>
              <a:rPr lang="en-US" sz="1200" dirty="0" err="1"/>
              <a:t>dari</a:t>
            </a:r>
            <a:r>
              <a:rPr lang="en-US" sz="1200" dirty="0"/>
              <a:t> kampung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/>
              <a:t>Galeri</a:t>
            </a:r>
            <a:r>
              <a:rPr lang="en-US" sz="1200" dirty="0"/>
              <a:t> (foto &amp; video)</a:t>
            </a:r>
            <a:endParaRPr lang="id-ID" sz="12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BA99A0F-EB75-407B-056F-0881DB5794DE}"/>
              </a:ext>
            </a:extLst>
          </p:cNvPr>
          <p:cNvSpPr/>
          <p:nvPr/>
        </p:nvSpPr>
        <p:spPr>
          <a:xfrm>
            <a:off x="5591924" y="3267425"/>
            <a:ext cx="1380606" cy="179225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Nama, logo, </a:t>
            </a:r>
            <a:r>
              <a:rPr lang="en-US" sz="1200" dirty="0" err="1"/>
              <a:t>keterangan</a:t>
            </a:r>
            <a:r>
              <a:rPr lang="en-US" sz="1200" dirty="0"/>
              <a:t> </a:t>
            </a:r>
            <a:r>
              <a:rPr lang="en-US" sz="1200" dirty="0" err="1"/>
              <a:t>singkat</a:t>
            </a:r>
            <a:endParaRPr lang="id-ID" sz="12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77DD263-F149-CEE4-DB24-717CEE64CDEA}"/>
              </a:ext>
            </a:extLst>
          </p:cNvPr>
          <p:cNvSpPr/>
          <p:nvPr/>
        </p:nvSpPr>
        <p:spPr>
          <a:xfrm>
            <a:off x="7187938" y="3267425"/>
            <a:ext cx="1380606" cy="179225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Program </a:t>
            </a:r>
            <a:r>
              <a:rPr lang="en-US" sz="1200" dirty="0" err="1"/>
              <a:t>donasi</a:t>
            </a:r>
            <a:r>
              <a:rPr lang="en-US" sz="1200" dirty="0"/>
              <a:t> dan </a:t>
            </a:r>
            <a:r>
              <a:rPr lang="en-US" sz="1200" dirty="0" err="1"/>
              <a:t>formulir</a:t>
            </a:r>
            <a:r>
              <a:rPr lang="en-US" sz="1200" dirty="0"/>
              <a:t>, </a:t>
            </a:r>
            <a:r>
              <a:rPr lang="en-US" sz="1200" dirty="0" err="1"/>
              <a:t>menampilkan</a:t>
            </a:r>
            <a:r>
              <a:rPr lang="en-US" sz="1200" dirty="0"/>
              <a:t> </a:t>
            </a:r>
            <a:r>
              <a:rPr lang="en-US" sz="1200" dirty="0" err="1"/>
              <a:t>nomor</a:t>
            </a:r>
            <a:r>
              <a:rPr lang="en-US" sz="1200" dirty="0"/>
              <a:t> rekening</a:t>
            </a:r>
            <a:endParaRPr lang="id-ID" sz="12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7B7D8CE-CE9B-D269-5103-D2621CDB1A7A}"/>
              </a:ext>
            </a:extLst>
          </p:cNvPr>
          <p:cNvSpPr/>
          <p:nvPr/>
        </p:nvSpPr>
        <p:spPr>
          <a:xfrm>
            <a:off x="8783952" y="3267425"/>
            <a:ext cx="1380606" cy="179225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Alamat </a:t>
            </a:r>
            <a:r>
              <a:rPr lang="en-US" sz="1200" dirty="0" err="1"/>
              <a:t>kantor</a:t>
            </a: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/>
              <a:t>Titik</a:t>
            </a:r>
            <a:r>
              <a:rPr lang="en-US" sz="1200" dirty="0"/>
              <a:t> </a:t>
            </a:r>
            <a:r>
              <a:rPr lang="en-US" sz="1200" dirty="0" err="1"/>
              <a:t>koordinat</a:t>
            </a:r>
            <a:r>
              <a:rPr lang="en-US" sz="1200" dirty="0"/>
              <a:t> Google Map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Email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Media </a:t>
            </a:r>
            <a:r>
              <a:rPr lang="en-US" sz="1200" dirty="0" err="1"/>
              <a:t>sosial</a:t>
            </a:r>
            <a:endParaRPr lang="en-US" sz="12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13676A5-CB6B-5FCC-3302-8083188EBA64}"/>
              </a:ext>
            </a:extLst>
          </p:cNvPr>
          <p:cNvSpPr/>
          <p:nvPr/>
        </p:nvSpPr>
        <p:spPr>
          <a:xfrm>
            <a:off x="10379966" y="3267425"/>
            <a:ext cx="1380606" cy="179225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Julan </a:t>
            </a:r>
            <a:r>
              <a:rPr lang="en-US" sz="1200" dirty="0" err="1"/>
              <a:t>produk</a:t>
            </a: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Kaos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/>
              <a:t>Produk</a:t>
            </a:r>
            <a:r>
              <a:rPr lang="en-US" sz="1200" dirty="0"/>
              <a:t> </a:t>
            </a:r>
            <a:r>
              <a:rPr lang="en-US" sz="1200" dirty="0" err="1"/>
              <a:t>masyarakat</a:t>
            </a:r>
            <a:endParaRPr lang="en-US" sz="1200" dirty="0"/>
          </a:p>
        </p:txBody>
      </p: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FAF6FB06-B1E7-F279-9AA6-EA5F4A3F092A}"/>
              </a:ext>
            </a:extLst>
          </p:cNvPr>
          <p:cNvCxnSpPr>
            <a:stCxn id="5" idx="2"/>
            <a:endCxn id="6" idx="0"/>
          </p:cNvCxnSpPr>
          <p:nvPr/>
        </p:nvCxnSpPr>
        <p:spPr>
          <a:xfrm rot="5400000">
            <a:off x="3304309" y="636"/>
            <a:ext cx="372342" cy="4760534"/>
          </a:xfrm>
          <a:prstGeom prst="bentConnector3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75597342-06B9-20E8-ADA2-23B7B3052997}"/>
              </a:ext>
            </a:extLst>
          </p:cNvPr>
          <p:cNvCxnSpPr>
            <a:cxnSpLocks/>
            <a:stCxn id="5" idx="2"/>
            <a:endCxn id="11" idx="0"/>
          </p:cNvCxnSpPr>
          <p:nvPr/>
        </p:nvCxnSpPr>
        <p:spPr>
          <a:xfrm rot="5400000">
            <a:off x="4198309" y="894636"/>
            <a:ext cx="372342" cy="2972534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942C15CA-389F-6191-6C05-62888DCCA3F2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 rot="5400000">
            <a:off x="5092309" y="1788636"/>
            <a:ext cx="372342" cy="1184534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6891811D-175A-358A-AFA5-35EEE6BC1FE4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 rot="16200000" flipH="1">
            <a:off x="5890316" y="2175163"/>
            <a:ext cx="372342" cy="411480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4A207C9F-81E5-0A7E-431A-39EEA91AFFF4}"/>
              </a:ext>
            </a:extLst>
          </p:cNvPr>
          <p:cNvCxnSpPr>
            <a:cxnSpLocks/>
            <a:stCxn id="5" idx="2"/>
            <a:endCxn id="9" idx="0"/>
          </p:cNvCxnSpPr>
          <p:nvPr/>
        </p:nvCxnSpPr>
        <p:spPr>
          <a:xfrm rot="16200000" flipH="1">
            <a:off x="6688323" y="1377156"/>
            <a:ext cx="372342" cy="2007494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CC368A5F-9C4F-268D-653C-CAC9C61A7EB7}"/>
              </a:ext>
            </a:extLst>
          </p:cNvPr>
          <p:cNvCxnSpPr>
            <a:cxnSpLocks/>
            <a:stCxn id="5" idx="2"/>
            <a:endCxn id="12" idx="0"/>
          </p:cNvCxnSpPr>
          <p:nvPr/>
        </p:nvCxnSpPr>
        <p:spPr>
          <a:xfrm rot="16200000" flipH="1">
            <a:off x="7486330" y="579149"/>
            <a:ext cx="372342" cy="3603508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C0013BB9-4D81-2E16-5DB0-720EC8DFF141}"/>
              </a:ext>
            </a:extLst>
          </p:cNvPr>
          <p:cNvCxnSpPr>
            <a:cxnSpLocks/>
            <a:stCxn id="5" idx="2"/>
            <a:endCxn id="10" idx="0"/>
          </p:cNvCxnSpPr>
          <p:nvPr/>
        </p:nvCxnSpPr>
        <p:spPr>
          <a:xfrm rot="16200000" flipH="1">
            <a:off x="8290096" y="-224617"/>
            <a:ext cx="372342" cy="5211040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11906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2BBB2D5-6256-237C-6685-47FC668F172E}"/>
              </a:ext>
            </a:extLst>
          </p:cNvPr>
          <p:cNvSpPr/>
          <p:nvPr/>
        </p:nvSpPr>
        <p:spPr>
          <a:xfrm>
            <a:off x="5696210" y="2916239"/>
            <a:ext cx="1380606" cy="51175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/>
              <a:t>Sistem</a:t>
            </a:r>
            <a:r>
              <a:rPr lang="en-US" sz="1200" b="1" dirty="0"/>
              <a:t> Website</a:t>
            </a:r>
          </a:p>
          <a:p>
            <a:pPr algn="ctr"/>
            <a:r>
              <a:rPr lang="en-US" sz="1200" b="1" dirty="0"/>
              <a:t>YALI Papua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609D37-907B-900D-F581-36F7CCE50417}"/>
              </a:ext>
            </a:extLst>
          </p:cNvPr>
          <p:cNvSpPr/>
          <p:nvPr/>
        </p:nvSpPr>
        <p:spPr>
          <a:xfrm>
            <a:off x="3438006" y="2916238"/>
            <a:ext cx="1380606" cy="51175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User:</a:t>
            </a:r>
          </a:p>
          <a:p>
            <a:pPr algn="ctr"/>
            <a:r>
              <a:rPr lang="en-US" sz="1200" b="1" dirty="0"/>
              <a:t>Administrator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250562-E1C7-365C-B243-17C32CB0F5C0}"/>
              </a:ext>
            </a:extLst>
          </p:cNvPr>
          <p:cNvSpPr/>
          <p:nvPr/>
        </p:nvSpPr>
        <p:spPr>
          <a:xfrm>
            <a:off x="7906788" y="2916237"/>
            <a:ext cx="1380606" cy="51175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User:</a:t>
            </a:r>
          </a:p>
          <a:p>
            <a:pPr algn="ctr"/>
            <a:r>
              <a:rPr lang="en-US" sz="1200" b="1" dirty="0"/>
              <a:t>Author (</a:t>
            </a:r>
            <a:r>
              <a:rPr lang="en-US" sz="1200" b="1" dirty="0" err="1"/>
              <a:t>Penulis</a:t>
            </a:r>
            <a:r>
              <a:rPr lang="en-US" sz="1200" b="1" dirty="0"/>
              <a:t>)</a:t>
            </a:r>
          </a:p>
        </p:txBody>
      </p: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BC079B03-FF1C-5890-5F8C-22C7A99D60E1}"/>
              </a:ext>
            </a:extLst>
          </p:cNvPr>
          <p:cNvCxnSpPr>
            <a:cxnSpLocks/>
            <a:stCxn id="4" idx="1"/>
            <a:endCxn id="5" idx="3"/>
          </p:cNvCxnSpPr>
          <p:nvPr/>
        </p:nvCxnSpPr>
        <p:spPr>
          <a:xfrm rot="10800000">
            <a:off x="4818612" y="3172115"/>
            <a:ext cx="877598" cy="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EC0D5401-2DA4-5ADA-CA9D-D2F8D1D1CE10}"/>
              </a:ext>
            </a:extLst>
          </p:cNvPr>
          <p:cNvCxnSpPr>
            <a:cxnSpLocks/>
            <a:stCxn id="4" idx="3"/>
            <a:endCxn id="7" idx="1"/>
          </p:cNvCxnSpPr>
          <p:nvPr/>
        </p:nvCxnSpPr>
        <p:spPr>
          <a:xfrm flipV="1">
            <a:off x="7076816" y="3172113"/>
            <a:ext cx="829972" cy="2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E1AF6B26-6B57-D7B1-ECB6-700AF95BA361}"/>
              </a:ext>
            </a:extLst>
          </p:cNvPr>
          <p:cNvSpPr/>
          <p:nvPr/>
        </p:nvSpPr>
        <p:spPr>
          <a:xfrm>
            <a:off x="4703098" y="1706621"/>
            <a:ext cx="3319203" cy="51175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User Roles Website Utama (YALI Papua)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D9FA4AC-BB61-B842-40F4-3CA14E1B38DE}"/>
              </a:ext>
            </a:extLst>
          </p:cNvPr>
          <p:cNvSpPr/>
          <p:nvPr/>
        </p:nvSpPr>
        <p:spPr>
          <a:xfrm>
            <a:off x="2904606" y="3616268"/>
            <a:ext cx="1914006" cy="2039201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rgbClr val="00B050"/>
                </a:solidFill>
              </a:rPr>
              <a:t>Mengelola</a:t>
            </a:r>
            <a:r>
              <a:rPr lang="en-US" sz="1200" dirty="0">
                <a:solidFill>
                  <a:srgbClr val="00B050"/>
                </a:solidFill>
              </a:rPr>
              <a:t> </a:t>
            </a:r>
            <a:r>
              <a:rPr lang="en-US" sz="1200" b="1" dirty="0" err="1">
                <a:solidFill>
                  <a:srgbClr val="00B050"/>
                </a:solidFill>
              </a:rPr>
              <a:t>sistem</a:t>
            </a:r>
            <a:endParaRPr lang="en-US" sz="1200" b="1" dirty="0">
              <a:solidFill>
                <a:srgbClr val="00B05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rgbClr val="00B050"/>
                </a:solidFill>
              </a:rPr>
              <a:t>Mengelola</a:t>
            </a:r>
            <a:r>
              <a:rPr lang="en-US" sz="1200" dirty="0">
                <a:solidFill>
                  <a:srgbClr val="00B050"/>
                </a:solidFill>
              </a:rPr>
              <a:t> </a:t>
            </a:r>
            <a:r>
              <a:rPr lang="en-US" sz="1200" dirty="0" err="1">
                <a:solidFill>
                  <a:srgbClr val="00B050"/>
                </a:solidFill>
              </a:rPr>
              <a:t>akun</a:t>
            </a:r>
            <a:endParaRPr lang="en-US" sz="1200" dirty="0">
              <a:solidFill>
                <a:srgbClr val="00B05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rgbClr val="00B050"/>
                </a:solidFill>
              </a:rPr>
              <a:t>Lihat</a:t>
            </a:r>
            <a:r>
              <a:rPr lang="en-US" sz="1200" dirty="0">
                <a:solidFill>
                  <a:srgbClr val="00B050"/>
                </a:solidFill>
              </a:rPr>
              <a:t> </a:t>
            </a:r>
            <a:r>
              <a:rPr lang="en-US" sz="1200" b="1" u="sng" dirty="0" err="1">
                <a:solidFill>
                  <a:srgbClr val="00B050"/>
                </a:solidFill>
              </a:rPr>
              <a:t>laporan</a:t>
            </a:r>
            <a:r>
              <a:rPr lang="en-US" sz="1200" b="1" u="sng" dirty="0">
                <a:solidFill>
                  <a:srgbClr val="00B050"/>
                </a:solidFill>
              </a:rPr>
              <a:t> </a:t>
            </a:r>
            <a:r>
              <a:rPr lang="en-US" sz="1200" b="1" u="sng" dirty="0" err="1">
                <a:solidFill>
                  <a:srgbClr val="00B050"/>
                </a:solidFill>
              </a:rPr>
              <a:t>pengunjung</a:t>
            </a:r>
            <a:r>
              <a:rPr lang="en-US" sz="1200" b="1" u="sng" dirty="0">
                <a:solidFill>
                  <a:srgbClr val="00B050"/>
                </a:solidFill>
              </a:rPr>
              <a:t> </a:t>
            </a:r>
            <a:r>
              <a:rPr lang="en-US" sz="1200" dirty="0">
                <a:solidFill>
                  <a:srgbClr val="00B050"/>
                </a:solidFill>
              </a:rPr>
              <a:t>website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rgbClr val="00B050"/>
                </a:solidFill>
              </a:rPr>
              <a:t>Mengelola</a:t>
            </a:r>
            <a:r>
              <a:rPr lang="en-US" sz="1200" dirty="0">
                <a:solidFill>
                  <a:srgbClr val="00B050"/>
                </a:solidFill>
              </a:rPr>
              <a:t> </a:t>
            </a:r>
            <a:r>
              <a:rPr lang="en-US" sz="1200" dirty="0" err="1">
                <a:solidFill>
                  <a:srgbClr val="00B050"/>
                </a:solidFill>
              </a:rPr>
              <a:t>desain</a:t>
            </a:r>
            <a:r>
              <a:rPr lang="en-US" sz="1200" dirty="0">
                <a:solidFill>
                  <a:srgbClr val="00B050"/>
                </a:solidFill>
              </a:rPr>
              <a:t> dan </a:t>
            </a:r>
            <a:r>
              <a:rPr lang="en-US" sz="1200" b="1" u="sng" dirty="0" err="1">
                <a:solidFill>
                  <a:srgbClr val="00B050"/>
                </a:solidFill>
              </a:rPr>
              <a:t>halaman</a:t>
            </a:r>
            <a:r>
              <a:rPr lang="en-US" sz="1200" dirty="0">
                <a:solidFill>
                  <a:srgbClr val="00B050"/>
                </a:solidFill>
              </a:rPr>
              <a:t> website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rgbClr val="00B050"/>
                </a:solidFill>
              </a:rPr>
              <a:t>Mengelola</a:t>
            </a:r>
            <a:r>
              <a:rPr lang="en-US" sz="1200" dirty="0">
                <a:solidFill>
                  <a:srgbClr val="00B050"/>
                </a:solidFill>
              </a:rPr>
              <a:t> </a:t>
            </a:r>
            <a:r>
              <a:rPr lang="en-US" sz="1200" b="1" u="sng" dirty="0" err="1">
                <a:solidFill>
                  <a:srgbClr val="00B050"/>
                </a:solidFill>
              </a:rPr>
              <a:t>postingan</a:t>
            </a:r>
            <a:r>
              <a:rPr lang="en-US" sz="1200" dirty="0">
                <a:solidFill>
                  <a:srgbClr val="00B050"/>
                </a:solidFill>
              </a:rPr>
              <a:t> </a:t>
            </a:r>
            <a:r>
              <a:rPr lang="en-US" sz="1200" dirty="0" err="1">
                <a:solidFill>
                  <a:srgbClr val="00B050"/>
                </a:solidFill>
              </a:rPr>
              <a:t>termasuk</a:t>
            </a:r>
            <a:r>
              <a:rPr lang="en-US" sz="1200" dirty="0">
                <a:solidFill>
                  <a:srgbClr val="00B050"/>
                </a:solidFill>
              </a:rPr>
              <a:t> </a:t>
            </a:r>
            <a:r>
              <a:rPr lang="en-US" sz="1200" dirty="0" err="1">
                <a:solidFill>
                  <a:srgbClr val="00B050"/>
                </a:solidFill>
              </a:rPr>
              <a:t>kategori</a:t>
            </a:r>
            <a:endParaRPr lang="en-US" sz="1200" dirty="0">
              <a:solidFill>
                <a:srgbClr val="00B05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rgbClr val="00B050"/>
                </a:solidFill>
              </a:rPr>
              <a:t>Mengelola</a:t>
            </a:r>
            <a:r>
              <a:rPr lang="en-US" sz="1200" dirty="0">
                <a:solidFill>
                  <a:srgbClr val="00B050"/>
                </a:solidFill>
              </a:rPr>
              <a:t> media (</a:t>
            </a:r>
            <a:r>
              <a:rPr lang="en-US" sz="1200" b="1" dirty="0">
                <a:solidFill>
                  <a:srgbClr val="00B050"/>
                </a:solidFill>
              </a:rPr>
              <a:t>foto, video, file</a:t>
            </a:r>
            <a:r>
              <a:rPr lang="en-US" sz="1200" dirty="0">
                <a:solidFill>
                  <a:srgbClr val="00B050"/>
                </a:solidFill>
              </a:rPr>
              <a:t>)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70D05C4-1C7C-E1FE-13D2-9899BA57CE44}"/>
              </a:ext>
            </a:extLst>
          </p:cNvPr>
          <p:cNvSpPr/>
          <p:nvPr/>
        </p:nvSpPr>
        <p:spPr>
          <a:xfrm>
            <a:off x="7906788" y="3614106"/>
            <a:ext cx="1380606" cy="182705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rgbClr val="00B050"/>
                </a:solidFill>
              </a:rPr>
              <a:t>Mengelola</a:t>
            </a:r>
            <a:r>
              <a:rPr lang="en-US" sz="1200" dirty="0">
                <a:solidFill>
                  <a:srgbClr val="00B050"/>
                </a:solidFill>
              </a:rPr>
              <a:t> </a:t>
            </a:r>
            <a:r>
              <a:rPr lang="en-US" sz="1200" b="1" dirty="0" err="1">
                <a:solidFill>
                  <a:srgbClr val="00B050"/>
                </a:solidFill>
              </a:rPr>
              <a:t>postingan</a:t>
            </a:r>
            <a:r>
              <a:rPr lang="en-US" sz="1200" dirty="0">
                <a:solidFill>
                  <a:srgbClr val="00B050"/>
                </a:solidFill>
              </a:rPr>
              <a:t> </a:t>
            </a:r>
            <a:r>
              <a:rPr lang="en-US" sz="1200" dirty="0" err="1">
                <a:solidFill>
                  <a:srgbClr val="00B050"/>
                </a:solidFill>
              </a:rPr>
              <a:t>termasuk</a:t>
            </a:r>
            <a:r>
              <a:rPr lang="en-US" sz="1200" dirty="0">
                <a:solidFill>
                  <a:srgbClr val="00B050"/>
                </a:solidFill>
              </a:rPr>
              <a:t> </a:t>
            </a:r>
            <a:r>
              <a:rPr lang="en-US" sz="1200" b="1" dirty="0" err="1">
                <a:solidFill>
                  <a:srgbClr val="00B050"/>
                </a:solidFill>
              </a:rPr>
              <a:t>kategori</a:t>
            </a:r>
            <a:endParaRPr lang="en-US" sz="1200" b="1" dirty="0">
              <a:solidFill>
                <a:srgbClr val="00B05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rgbClr val="00B050"/>
                </a:solidFill>
              </a:rPr>
              <a:t>Mengelola</a:t>
            </a:r>
            <a:r>
              <a:rPr lang="en-US" sz="1200" dirty="0">
                <a:solidFill>
                  <a:srgbClr val="00B050"/>
                </a:solidFill>
              </a:rPr>
              <a:t> media (</a:t>
            </a:r>
            <a:r>
              <a:rPr lang="en-US" sz="1200" b="1" dirty="0">
                <a:solidFill>
                  <a:srgbClr val="00B050"/>
                </a:solidFill>
              </a:rPr>
              <a:t>foto, video, file</a:t>
            </a:r>
            <a:r>
              <a:rPr lang="en-US" sz="1200" dirty="0">
                <a:solidFill>
                  <a:srgbClr val="00B050"/>
                </a:solidFill>
              </a:rPr>
              <a:t>)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D41D4BD-2E2D-6CF8-110A-A42D9768BD74}"/>
              </a:ext>
            </a:extLst>
          </p:cNvPr>
          <p:cNvSpPr/>
          <p:nvPr/>
        </p:nvSpPr>
        <p:spPr>
          <a:xfrm>
            <a:off x="5549632" y="3898153"/>
            <a:ext cx="1673759" cy="51175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User:</a:t>
            </a:r>
          </a:p>
          <a:p>
            <a:pPr algn="ctr"/>
            <a:r>
              <a:rPr lang="en-US" sz="1200" b="1" dirty="0"/>
              <a:t>Visitor (</a:t>
            </a:r>
            <a:r>
              <a:rPr lang="en-US" sz="1200" b="1" dirty="0" err="1"/>
              <a:t>Pengunjung</a:t>
            </a:r>
            <a:r>
              <a:rPr lang="en-US" sz="1200" b="1" dirty="0"/>
              <a:t>)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3003868-FC98-7122-25B1-A37154224B16}"/>
              </a:ext>
            </a:extLst>
          </p:cNvPr>
          <p:cNvSpPr/>
          <p:nvPr/>
        </p:nvSpPr>
        <p:spPr>
          <a:xfrm>
            <a:off x="5741438" y="4635868"/>
            <a:ext cx="1380606" cy="130297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rgbClr val="00B050"/>
                </a:solidFill>
              </a:rPr>
              <a:t>Melihat</a:t>
            </a:r>
            <a:r>
              <a:rPr lang="en-US" sz="1200" dirty="0">
                <a:solidFill>
                  <a:srgbClr val="00B050"/>
                </a:solidFill>
              </a:rPr>
              <a:t> </a:t>
            </a:r>
            <a:r>
              <a:rPr lang="en-US" sz="1200" dirty="0" err="1">
                <a:solidFill>
                  <a:srgbClr val="00B050"/>
                </a:solidFill>
              </a:rPr>
              <a:t>konten</a:t>
            </a:r>
            <a:r>
              <a:rPr lang="en-US" sz="1200" dirty="0">
                <a:solidFill>
                  <a:srgbClr val="00B050"/>
                </a:solidFill>
              </a:rPr>
              <a:t> di semua </a:t>
            </a:r>
            <a:r>
              <a:rPr lang="en-US" sz="1200" dirty="0" err="1">
                <a:solidFill>
                  <a:srgbClr val="00B050"/>
                </a:solidFill>
              </a:rPr>
              <a:t>halaman</a:t>
            </a:r>
            <a:endParaRPr lang="en-US" sz="1200" dirty="0">
              <a:solidFill>
                <a:srgbClr val="00B05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rgbClr val="00B050"/>
                </a:solidFill>
              </a:rPr>
              <a:t>Membagikan</a:t>
            </a:r>
            <a:r>
              <a:rPr lang="en-US" sz="1200" dirty="0">
                <a:solidFill>
                  <a:srgbClr val="00B050"/>
                </a:solidFill>
              </a:rPr>
              <a:t> </a:t>
            </a:r>
            <a:r>
              <a:rPr lang="en-US" sz="1200" dirty="0" err="1">
                <a:solidFill>
                  <a:srgbClr val="00B050"/>
                </a:solidFill>
              </a:rPr>
              <a:t>url</a:t>
            </a:r>
            <a:r>
              <a:rPr lang="en-US" sz="1200" dirty="0">
                <a:solidFill>
                  <a:srgbClr val="00B050"/>
                </a:solidFill>
              </a:rPr>
              <a:t>/</a:t>
            </a:r>
            <a:r>
              <a:rPr lang="en-US" sz="1200" dirty="0" err="1">
                <a:solidFill>
                  <a:srgbClr val="00B050"/>
                </a:solidFill>
              </a:rPr>
              <a:t>postingan</a:t>
            </a:r>
            <a:endParaRPr lang="en-US" sz="1200" dirty="0">
              <a:solidFill>
                <a:srgbClr val="00B050"/>
              </a:solidFill>
            </a:endParaRPr>
          </a:p>
        </p:txBody>
      </p: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C10ECBBB-4BB9-C3CE-E368-38A4BA3E1E64}"/>
              </a:ext>
            </a:extLst>
          </p:cNvPr>
          <p:cNvCxnSpPr>
            <a:cxnSpLocks/>
            <a:stCxn id="4" idx="2"/>
            <a:endCxn id="35" idx="0"/>
          </p:cNvCxnSpPr>
          <p:nvPr/>
        </p:nvCxnSpPr>
        <p:spPr>
          <a:xfrm rot="5400000">
            <a:off x="6151432" y="3663071"/>
            <a:ext cx="470163" cy="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76075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8F946-1F7F-1C08-C256-8883AED14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TODO</a:t>
            </a:r>
            <a:endParaRPr lang="id-ID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80B946-F208-6CF1-7524-7C19A99711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 err="1"/>
              <a:t>Dapat</a:t>
            </a:r>
            <a:r>
              <a:rPr lang="en-US" b="1" dirty="0"/>
              <a:t> akses ke Server/Hosting</a:t>
            </a:r>
          </a:p>
          <a:p>
            <a:pPr marL="0" indent="0">
              <a:buNone/>
            </a:pPr>
            <a:r>
              <a:rPr lang="en-US" b="1" u="sng" dirty="0"/>
              <a:t>JIKA MENGGUNAKAN WORDPRESS SAAT INI</a:t>
            </a:r>
          </a:p>
          <a:p>
            <a:r>
              <a:rPr lang="en-US" dirty="0" err="1"/>
              <a:t>Mengatur</a:t>
            </a:r>
            <a:r>
              <a:rPr lang="en-US" dirty="0"/>
              <a:t> </a:t>
            </a:r>
            <a:r>
              <a:rPr lang="en-US" dirty="0" err="1"/>
              <a:t>ulang</a:t>
            </a:r>
            <a:r>
              <a:rPr lang="en-US" dirty="0"/>
              <a:t> </a:t>
            </a:r>
            <a:r>
              <a:rPr lang="en-US" dirty="0" err="1"/>
              <a:t>struktur</a:t>
            </a:r>
            <a:r>
              <a:rPr lang="en-US" dirty="0"/>
              <a:t> menu </a:t>
            </a:r>
            <a:r>
              <a:rPr lang="en-US" dirty="0" err="1"/>
              <a:t>navigasi</a:t>
            </a:r>
            <a:endParaRPr lang="en-US" dirty="0"/>
          </a:p>
          <a:p>
            <a:r>
              <a:rPr lang="en-US" dirty="0" err="1"/>
              <a:t>Perbaikan</a:t>
            </a:r>
            <a:r>
              <a:rPr lang="en-US" dirty="0"/>
              <a:t> tata </a:t>
            </a:r>
            <a:r>
              <a:rPr lang="en-US" dirty="0" err="1"/>
              <a:t>letak</a:t>
            </a:r>
            <a:r>
              <a:rPr lang="en-US" dirty="0"/>
              <a:t> dan </a:t>
            </a:r>
            <a:r>
              <a:rPr lang="en-US" dirty="0" err="1"/>
              <a:t>konten</a:t>
            </a:r>
            <a:r>
              <a:rPr lang="en-US" dirty="0"/>
              <a:t> </a:t>
            </a:r>
            <a:r>
              <a:rPr lang="en-US" dirty="0" err="1"/>
              <a:t>halaman</a:t>
            </a:r>
            <a:r>
              <a:rPr lang="en-US" dirty="0"/>
              <a:t> visitor dan administrator</a:t>
            </a:r>
          </a:p>
          <a:p>
            <a:r>
              <a:rPr lang="en-US" dirty="0" err="1"/>
              <a:t>Perbaikan</a:t>
            </a:r>
            <a:r>
              <a:rPr lang="en-US" dirty="0"/>
              <a:t> </a:t>
            </a:r>
            <a:r>
              <a:rPr lang="en-US" dirty="0" err="1"/>
              <a:t>tampilan</a:t>
            </a:r>
            <a:r>
              <a:rPr lang="en-US" dirty="0"/>
              <a:t>/tata </a:t>
            </a:r>
            <a:r>
              <a:rPr lang="en-US" dirty="0" err="1"/>
              <a:t>letak</a:t>
            </a:r>
            <a:r>
              <a:rPr lang="en-US" dirty="0"/>
              <a:t> mobile</a:t>
            </a:r>
          </a:p>
          <a:p>
            <a:r>
              <a:rPr lang="en-US" dirty="0" err="1"/>
              <a:t>Seragamkan</a:t>
            </a:r>
            <a:r>
              <a:rPr lang="en-US" dirty="0"/>
              <a:t> Bahasa </a:t>
            </a:r>
            <a:r>
              <a:rPr lang="en-US" dirty="0" err="1"/>
              <a:t>utama</a:t>
            </a:r>
            <a:r>
              <a:rPr lang="en-US" dirty="0"/>
              <a:t> misalkan: Bahasa Indonesia, </a:t>
            </a:r>
            <a:r>
              <a:rPr lang="en-US" dirty="0" err="1"/>
              <a:t>kemudian</a:t>
            </a:r>
            <a:r>
              <a:rPr lang="en-US" dirty="0"/>
              <a:t> </a:t>
            </a:r>
            <a:r>
              <a:rPr lang="en-US" dirty="0" err="1"/>
              <a:t>tambah</a:t>
            </a:r>
            <a:r>
              <a:rPr lang="en-US" dirty="0"/>
              <a:t> </a:t>
            </a:r>
            <a:r>
              <a:rPr lang="en-US" dirty="0" err="1"/>
              <a:t>fitur</a:t>
            </a:r>
            <a:r>
              <a:rPr lang="en-US" dirty="0"/>
              <a:t> translate ke Bahasa </a:t>
            </a:r>
            <a:r>
              <a:rPr lang="en-US" dirty="0" err="1"/>
              <a:t>Inggris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b="1" u="sng" dirty="0"/>
              <a:t>JIKA DESAIN WEBSITE BARU DENGAN TEKNOLOGI TERBARU</a:t>
            </a:r>
          </a:p>
          <a:p>
            <a:r>
              <a:rPr lang="en-US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6885297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96631-30CB-C8A8-E9C8-22AA282CB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54D39-02FA-BF43-5E31-C90014D0D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TODO</a:t>
            </a:r>
            <a:endParaRPr lang="id-ID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EBF41-616A-B6BB-6803-5A20DCEDF5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Literasi</a:t>
            </a:r>
            <a:r>
              <a:rPr lang="en-US" dirty="0"/>
              <a:t> </a:t>
            </a:r>
            <a:r>
              <a:rPr lang="en-US" b="1" dirty="0"/>
              <a:t>Digital</a:t>
            </a:r>
            <a:r>
              <a:rPr lang="en-US" dirty="0"/>
              <a:t>  </a:t>
            </a:r>
          </a:p>
          <a:p>
            <a:pPr>
              <a:buFontTx/>
              <a:buChar char="-"/>
            </a:pPr>
            <a:r>
              <a:rPr lang="en-US" dirty="0" err="1"/>
              <a:t>Pemahaman</a:t>
            </a:r>
            <a:r>
              <a:rPr lang="en-US" dirty="0"/>
              <a:t> </a:t>
            </a:r>
            <a:r>
              <a:rPr lang="en-US" dirty="0" err="1"/>
              <a:t>umum</a:t>
            </a:r>
            <a:r>
              <a:rPr lang="en-US" dirty="0"/>
              <a:t> </a:t>
            </a:r>
            <a:r>
              <a:rPr lang="en-US" dirty="0" err="1"/>
              <a:t>tentang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digital</a:t>
            </a:r>
          </a:p>
          <a:p>
            <a:pPr>
              <a:buFontTx/>
              <a:buChar char="-"/>
            </a:pPr>
            <a:r>
              <a:rPr lang="en-US" dirty="0"/>
              <a:t>…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Literasi</a:t>
            </a:r>
            <a:r>
              <a:rPr lang="en-US" dirty="0"/>
              <a:t> </a:t>
            </a:r>
            <a:r>
              <a:rPr lang="en-US" b="1" dirty="0" err="1"/>
              <a:t>Komputer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- Cara </a:t>
            </a:r>
            <a:r>
              <a:rPr lang="en-US" b="1" dirty="0" err="1"/>
              <a:t>menggunakan</a:t>
            </a:r>
            <a:r>
              <a:rPr lang="en-US" b="1" dirty="0"/>
              <a:t> </a:t>
            </a:r>
            <a:r>
              <a:rPr lang="en-US" b="1" dirty="0" err="1"/>
              <a:t>komputer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3117610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2EB73-6D2A-92D2-ABC5-58403CEA9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64AA3-335E-9C17-E605-2285C86AE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TODO</a:t>
            </a:r>
            <a:endParaRPr lang="id-ID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143B67-22F6-09DA-65A2-F80C7EB589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WEBSITE UTAMA</a:t>
            </a:r>
          </a:p>
          <a:p>
            <a:pPr marL="0" indent="0">
              <a:buNone/>
            </a:pPr>
            <a:r>
              <a:rPr lang="en-US" b="1" dirty="0"/>
              <a:t>yalipapua.org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WEBMAIL / EMAIL ORGANISASI</a:t>
            </a:r>
          </a:p>
          <a:p>
            <a:pPr marL="0" indent="0">
              <a:buNone/>
            </a:pPr>
            <a:r>
              <a:rPr lang="en-US" b="1" dirty="0"/>
              <a:t>info</a:t>
            </a:r>
            <a:r>
              <a:rPr lang="en-US" dirty="0"/>
              <a:t>@yalipapua.org</a:t>
            </a:r>
          </a:p>
          <a:p>
            <a:pPr marL="0" indent="0">
              <a:buNone/>
            </a:pPr>
            <a:r>
              <a:rPr lang="en-US" b="1" dirty="0"/>
              <a:t>h.rumbarar</a:t>
            </a:r>
            <a:r>
              <a:rPr lang="en-US" dirty="0"/>
              <a:t>@yalipapual.org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27787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257</Words>
  <Application>Microsoft Office PowerPoint</Application>
  <PresentationFormat>Widescreen</PresentationFormat>
  <Paragraphs>79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TODO</vt:lpstr>
      <vt:lpstr>TODO</vt:lpstr>
      <vt:lpstr>TODO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Faidiban</dc:creator>
  <cp:lastModifiedBy>Michael Faidiban</cp:lastModifiedBy>
  <cp:revision>2</cp:revision>
  <dcterms:created xsi:type="dcterms:W3CDTF">2026-04-09T04:00:29Z</dcterms:created>
  <dcterms:modified xsi:type="dcterms:W3CDTF">2026-04-09T06:41:57Z</dcterms:modified>
</cp:coreProperties>
</file>